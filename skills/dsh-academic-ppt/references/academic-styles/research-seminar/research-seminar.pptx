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earch-seminar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research-seminar-1/title"/>
          <p:cNvSpPr/>
          <p:nvPr/>
        </p:nvSpPr>
        <p:spPr>
          <a:xfrm>
            <a:off x="457200" y="190500"/>
            <a:ext cx="11277600" cy="473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29"/>
              </a:lnSpc>
              <a:buNone/>
            </a:pPr>
            <a:r>
              <a:rPr lang="zh-CN" altLang="en-US" sz="3300" b="1" dirty="0">
                <a:solidFill>
                  <a:srgbClr val="25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随机划分误差较低，跨站点差异不确定</a:t>
            </a:r>
            <a:endParaRPr lang="zh-CN" sz="3300" dirty="0"/>
          </a:p>
        </p:txBody>
      </p:sp>
      <p:sp>
        <p:nvSpPr>
          <p:cNvPr id="4" name="research-seminar-1/kicker"/>
          <p:cNvSpPr/>
          <p:nvPr/>
        </p:nvSpPr>
        <p:spPr>
          <a:xfrm>
            <a:off x="457200" y="721233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5" name="research-seminar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6" name="research-seminar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7" name="research-seminar-1/drawing/main-evidence/e1"/>
          <p:cNvSpPr/>
          <p:nvPr/>
        </p:nvSpPr>
        <p:spPr>
          <a:xfrm>
            <a:off x="457200" y="1231773"/>
            <a:ext cx="76200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ΔMAE = 方法 − 基线（t/ha）</a:t>
            </a:r>
            <a:endParaRPr lang="zh-CN" sz="1950" dirty="0"/>
          </a:p>
        </p:txBody>
      </p:sp>
      <p:sp>
        <p:nvSpPr>
          <p:cNvPr id="8" name="research-seminar-1/drawing/main-evidence/e2/segment-1"/>
          <p:cNvSpPr/>
          <p:nvPr/>
        </p:nvSpPr>
        <p:spPr>
          <a:xfrm>
            <a:off x="5622131" y="1746123"/>
            <a:ext cx="0" cy="3425952"/>
          </a:xfrm>
          <a:prstGeom prst="line">
            <a:avLst/>
          </a:prstGeom>
          <a:noFill/>
          <a:ln w="14288">
            <a:solidFill>
              <a:srgbClr val="526170"/>
            </a:solidFill>
            <a:prstDash val="dash"/>
          </a:ln>
        </p:spPr>
      </p:sp>
      <p:sp>
        <p:nvSpPr>
          <p:cNvPr id="9" name="research-seminar-1/drawing/main-evidence/e3"/>
          <p:cNvSpPr/>
          <p:nvPr/>
        </p:nvSpPr>
        <p:spPr>
          <a:xfrm>
            <a:off x="457200" y="1879473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1800" dirty="0"/>
          </a:p>
        </p:txBody>
      </p:sp>
      <p:sp>
        <p:nvSpPr>
          <p:cNvPr id="10" name="research-seminar-1/drawing/main-evidence/e4/segment-1"/>
          <p:cNvSpPr/>
          <p:nvPr/>
        </p:nvSpPr>
        <p:spPr>
          <a:xfrm>
            <a:off x="2867197" y="2031873"/>
            <a:ext cx="980731" cy="0"/>
          </a:xfrm>
          <a:prstGeom prst="line">
            <a:avLst/>
          </a:prstGeom>
          <a:noFill/>
          <a:ln w="28575">
            <a:solidFill>
              <a:srgbClr val="245E86"/>
            </a:solidFill>
            <a:prstDash val="solid"/>
          </a:ln>
        </p:spPr>
      </p:sp>
      <p:sp>
        <p:nvSpPr>
          <p:cNvPr id="11" name="research-seminar-1/drawing/main-evidence/e5/segment-1"/>
          <p:cNvSpPr/>
          <p:nvPr/>
        </p:nvSpPr>
        <p:spPr>
          <a:xfrm>
            <a:off x="2867197" y="1965198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2" name="research-seminar-1/drawing/main-evidence/e6/segment-1"/>
          <p:cNvSpPr/>
          <p:nvPr/>
        </p:nvSpPr>
        <p:spPr>
          <a:xfrm>
            <a:off x="3847928" y="1965198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3" name="research-seminar-1/drawing/main-evidence/e7"/>
          <p:cNvSpPr/>
          <p:nvPr/>
        </p:nvSpPr>
        <p:spPr>
          <a:xfrm>
            <a:off x="3300413" y="1974723"/>
            <a:ext cx="114300" cy="11430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4" name="research-seminar-1/drawing/main-evidence/e8"/>
          <p:cNvSpPr/>
          <p:nvPr/>
        </p:nvSpPr>
        <p:spPr>
          <a:xfrm>
            <a:off x="1847850" y="2203323"/>
            <a:ext cx="60388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−0.300 [−0.365, −0.235]</a:t>
            </a:r>
            <a:endParaRPr lang="zh-CN" sz="1800" dirty="0"/>
          </a:p>
        </p:txBody>
      </p:sp>
      <p:sp>
        <p:nvSpPr>
          <p:cNvPr id="15" name="research-seminar-1/drawing/main-evidence/e9"/>
          <p:cNvSpPr/>
          <p:nvPr/>
        </p:nvSpPr>
        <p:spPr>
          <a:xfrm>
            <a:off x="457200" y="3535299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1800" dirty="0"/>
          </a:p>
        </p:txBody>
      </p:sp>
      <p:sp>
        <p:nvSpPr>
          <p:cNvPr id="16" name="research-seminar-1/drawing/main-evidence/e10/segment-1"/>
          <p:cNvSpPr/>
          <p:nvPr/>
        </p:nvSpPr>
        <p:spPr>
          <a:xfrm>
            <a:off x="4798415" y="3687699"/>
            <a:ext cx="2402289" cy="0"/>
          </a:xfrm>
          <a:prstGeom prst="line">
            <a:avLst/>
          </a:prstGeom>
          <a:noFill/>
          <a:ln w="28575">
            <a:solidFill>
              <a:srgbClr val="A35332"/>
            </a:solidFill>
            <a:prstDash val="solid"/>
          </a:ln>
        </p:spPr>
      </p:sp>
      <p:sp>
        <p:nvSpPr>
          <p:cNvPr id="17" name="research-seminar-1/drawing/main-evidence/e11/segment-1"/>
          <p:cNvSpPr/>
          <p:nvPr/>
        </p:nvSpPr>
        <p:spPr>
          <a:xfrm>
            <a:off x="4798415" y="3621024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18" name="research-seminar-1/drawing/main-evidence/e12/segment-1"/>
          <p:cNvSpPr/>
          <p:nvPr/>
        </p:nvSpPr>
        <p:spPr>
          <a:xfrm>
            <a:off x="7200704" y="3621024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19" name="research-seminar-1/drawing/main-evidence/e13"/>
          <p:cNvSpPr/>
          <p:nvPr/>
        </p:nvSpPr>
        <p:spPr>
          <a:xfrm>
            <a:off x="5942409" y="3630549"/>
            <a:ext cx="114300" cy="11430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20" name="research-seminar-1/drawing/main-evidence/e14"/>
          <p:cNvSpPr/>
          <p:nvPr/>
        </p:nvSpPr>
        <p:spPr>
          <a:xfrm>
            <a:off x="1847850" y="3859149"/>
            <a:ext cx="60388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0.050 [−0.109, 0.209]</a:t>
            </a:r>
            <a:endParaRPr lang="zh-CN" sz="1800" dirty="0"/>
          </a:p>
        </p:txBody>
      </p:sp>
      <p:sp>
        <p:nvSpPr>
          <p:cNvPr id="21" name="research-seminar-1/drawing/main-evidence/e15/segment-1"/>
          <p:cNvSpPr/>
          <p:nvPr/>
        </p:nvSpPr>
        <p:spPr>
          <a:xfrm>
            <a:off x="1847850" y="5172075"/>
            <a:ext cx="6038850" cy="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2" name="research-seminar-1/drawing/main-evidence/e16/segment-1"/>
          <p:cNvSpPr/>
          <p:nvPr/>
        </p:nvSpPr>
        <p:spPr>
          <a:xfrm>
            <a:off x="2602706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3" name="research-seminar-1/drawing/main-evidence/e17"/>
          <p:cNvSpPr/>
          <p:nvPr/>
        </p:nvSpPr>
        <p:spPr>
          <a:xfrm>
            <a:off x="2269331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−0.4</a:t>
            </a:r>
            <a:endParaRPr lang="zh-CN" sz="1800" dirty="0"/>
          </a:p>
        </p:txBody>
      </p:sp>
      <p:sp>
        <p:nvSpPr>
          <p:cNvPr id="24" name="research-seminar-1/drawing/main-evidence/e18/segment-1"/>
          <p:cNvSpPr/>
          <p:nvPr/>
        </p:nvSpPr>
        <p:spPr>
          <a:xfrm>
            <a:off x="4112419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5" name="research-seminar-1/drawing/main-evidence/e19"/>
          <p:cNvSpPr/>
          <p:nvPr/>
        </p:nvSpPr>
        <p:spPr>
          <a:xfrm>
            <a:off x="3779044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−0.2</a:t>
            </a:r>
            <a:endParaRPr lang="zh-CN" sz="1800" dirty="0"/>
          </a:p>
        </p:txBody>
      </p:sp>
      <p:sp>
        <p:nvSpPr>
          <p:cNvPr id="26" name="research-seminar-1/drawing/main-evidence/e20/segment-1"/>
          <p:cNvSpPr/>
          <p:nvPr/>
        </p:nvSpPr>
        <p:spPr>
          <a:xfrm>
            <a:off x="5622131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7" name="research-seminar-1/drawing/main-evidence/e21"/>
          <p:cNvSpPr/>
          <p:nvPr/>
        </p:nvSpPr>
        <p:spPr>
          <a:xfrm>
            <a:off x="5288756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28" name="research-seminar-1/drawing/main-evidence/e22/segment-1"/>
          <p:cNvSpPr/>
          <p:nvPr/>
        </p:nvSpPr>
        <p:spPr>
          <a:xfrm>
            <a:off x="7131844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9" name="research-seminar-1/drawing/main-evidence/e23"/>
          <p:cNvSpPr/>
          <p:nvPr/>
        </p:nvSpPr>
        <p:spPr>
          <a:xfrm>
            <a:off x="6798469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</a:t>
            </a:r>
            <a:endParaRPr lang="zh-CN" sz="1800" dirty="0"/>
          </a:p>
        </p:txBody>
      </p:sp>
      <p:sp>
        <p:nvSpPr>
          <p:cNvPr id="30" name="research-seminar-1/drawing/close-reading/e1"/>
          <p:cNvSpPr/>
          <p:nvPr/>
        </p:nvSpPr>
        <p:spPr>
          <a:xfrm>
            <a:off x="8477250" y="1307973"/>
            <a:ext cx="32575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1950" dirty="0"/>
          </a:p>
        </p:txBody>
      </p:sp>
      <p:sp>
        <p:nvSpPr>
          <p:cNvPr id="31" name="research-seminar-1/drawing/close-reading/e2"/>
          <p:cNvSpPr/>
          <p:nvPr/>
        </p:nvSpPr>
        <p:spPr>
          <a:xfrm>
            <a:off x="8477250" y="1734312"/>
            <a:ext cx="32575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 −0.300 t/ha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区间完全低于零</a:t>
            </a:r>
            <a:endParaRPr lang="zh-CN" sz="2100" dirty="0"/>
          </a:p>
        </p:txBody>
      </p:sp>
      <p:sp>
        <p:nvSpPr>
          <p:cNvPr id="32" name="research-seminar-1/drawing/close-reading/e3"/>
          <p:cNvSpPr/>
          <p:nvPr/>
        </p:nvSpPr>
        <p:spPr>
          <a:xfrm>
            <a:off x="8477250" y="2673096"/>
            <a:ext cx="32575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1950" dirty="0"/>
          </a:p>
        </p:txBody>
      </p:sp>
      <p:sp>
        <p:nvSpPr>
          <p:cNvPr id="33" name="research-seminar-1/drawing/close-reading/e4"/>
          <p:cNvSpPr/>
          <p:nvPr/>
        </p:nvSpPr>
        <p:spPr>
          <a:xfrm>
            <a:off x="8477250" y="3099435"/>
            <a:ext cx="32575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 +0.050 t/ha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区间跨零</a:t>
            </a:r>
            <a:endParaRPr lang="zh-CN" sz="2100" dirty="0"/>
          </a:p>
        </p:txBody>
      </p:sp>
      <p:sp>
        <p:nvSpPr>
          <p:cNvPr id="34" name="research-seminar-1/drawing/close-reading/e5"/>
          <p:cNvSpPr/>
          <p:nvPr/>
        </p:nvSpPr>
        <p:spPr>
          <a:xfrm>
            <a:off x="8477250" y="4038219"/>
            <a:ext cx="32575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跨站点优势仍不确定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earch-seminar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research-seminar-2/title"/>
          <p:cNvSpPr/>
          <p:nvPr/>
        </p:nvSpPr>
        <p:spPr>
          <a:xfrm>
            <a:off x="457200" y="190500"/>
            <a:ext cx="11277600" cy="473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29"/>
              </a:lnSpc>
              <a:buNone/>
            </a:pPr>
            <a:r>
              <a:rPr lang="zh-CN" altLang="en-US" sz="3300" b="1" dirty="0">
                <a:solidFill>
                  <a:srgbClr val="252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从观测误差到站点层面的比较</a:t>
            </a:r>
            <a:endParaRPr lang="zh-CN" sz="3300" dirty="0"/>
          </a:p>
        </p:txBody>
      </p:sp>
      <p:sp>
        <p:nvSpPr>
          <p:cNvPr id="4" name="research-seminar-2/kicker"/>
          <p:cNvSpPr/>
          <p:nvPr/>
        </p:nvSpPr>
        <p:spPr>
          <a:xfrm>
            <a:off x="457200" y="721233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5" name="research-seminar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6" name="research-seminar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graphicFrame>
        <p:nvGraphicFramePr>
          <p:cNvPr id="3" name="research-seminar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9873"/>
          <a:ext cx="5238750" cy="2293620"/>
        </p:xfrm>
        <a:graphic>
          <a:graphicData uri="http://schemas.openxmlformats.org/drawingml/2006/table">
            <a:tbl>
              <a:tblPr/>
              <a:tblGrid>
                <a:gridCol w="1182944"/>
                <a:gridCol w="2027903"/>
                <a:gridCol w="2027903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留站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−0.250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search-seminar-2/table-caption"/>
          <p:cNvSpPr/>
          <p:nvPr/>
        </p:nvSpPr>
        <p:spPr>
          <a:xfrm>
            <a:off x="457200" y="3630168"/>
            <a:ext cx="5238750" cy="21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t/ha；每格来自同站 6 个观测</a:t>
            </a:r>
            <a:endParaRPr lang="zh-CN" sz="1350" dirty="0"/>
          </a:p>
        </p:txBody>
      </p:sp>
      <p:sp>
        <p:nvSpPr>
          <p:cNvPr id="9" name="research-seminar-2/drawing/analysis-steps/e1"/>
          <p:cNvSpPr/>
          <p:nvPr/>
        </p:nvSpPr>
        <p:spPr>
          <a:xfrm>
            <a:off x="6191250" y="1269873"/>
            <a:ext cx="55435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先在站点内求 MAE</a:t>
            </a:r>
            <a:endParaRPr lang="zh-CN" sz="1950" dirty="0"/>
          </a:p>
        </p:txBody>
      </p:sp>
      <p:sp>
        <p:nvSpPr>
          <p:cNvPr id="10" name="research-seminar-2/drawing/analysis-steps/e2"/>
          <p:cNvSpPr/>
          <p:nvPr/>
        </p:nvSpPr>
        <p:spPr>
          <a:xfrm>
            <a:off x="6191250" y="1715262"/>
            <a:ext cx="55435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d(s) = MAE方法(s) − MAE基线(s)</a:t>
            </a:r>
            <a:endParaRPr lang="zh-CN" sz="2100" dirty="0"/>
          </a:p>
        </p:txBody>
      </p:sp>
      <p:sp>
        <p:nvSpPr>
          <p:cNvPr id="11" name="research-seminar-2/drawing/analysis-steps/e3"/>
          <p:cNvSpPr/>
          <p:nvPr/>
        </p:nvSpPr>
        <p:spPr>
          <a:xfrm>
            <a:off x="6191250" y="2241804"/>
            <a:ext cx="55435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再对 4 个站点差值等权平均</a:t>
            </a:r>
            <a:endParaRPr lang="zh-CN" sz="1950" dirty="0"/>
          </a:p>
        </p:txBody>
      </p:sp>
      <p:sp>
        <p:nvSpPr>
          <p:cNvPr id="12" name="research-seminar-2/drawing/analysis-steps/e4"/>
          <p:cNvSpPr/>
          <p:nvPr/>
        </p:nvSpPr>
        <p:spPr>
          <a:xfrm>
            <a:off x="6191250" y="2687193"/>
            <a:ext cx="5543550" cy="42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62"/>
              </a:lnSpc>
              <a:buNone/>
            </a:pPr>
            <a:r>
              <a:rPr lang="zh-CN" altLang="en-US" sz="25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平均差值 = Σd(s) / 4</a:t>
            </a:r>
            <a:endParaRPr lang="zh-CN" sz="2550" dirty="0"/>
          </a:p>
        </p:txBody>
      </p:sp>
      <p:sp>
        <p:nvSpPr>
          <p:cNvPr id="13" name="research-seminar-2/drawing/analysis-steps/e5"/>
          <p:cNvSpPr/>
          <p:nvPr/>
        </p:nvSpPr>
        <p:spPr>
          <a:xfrm>
            <a:off x="6191250" y="3285744"/>
            <a:ext cx="55435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 t 区间：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平均差值 ± 3.182 × SD(d) / 2</a:t>
            </a:r>
            <a:endParaRPr lang="zh-CN" sz="2100" dirty="0"/>
          </a:p>
        </p:txBody>
      </p:sp>
      <p:sp>
        <p:nvSpPr>
          <p:cNvPr id="14" name="research-seminar-2/drawing/analysis-steps/e6"/>
          <p:cNvSpPr/>
          <p:nvPr/>
        </p:nvSpPr>
        <p:spPr>
          <a:xfrm>
            <a:off x="6191250" y="4148328"/>
            <a:ext cx="5543550" cy="59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表示站点；仅有 4 个站点。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本例无法验证独立性与分布假设。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研究研讨：站点评估教学样例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2026-10-30T16:10:00Z</dcterms:created>
  <dcterms:modified xsi:type="dcterms:W3CDTF">2026-10-30T16:10:00Z</dcterms:modified>
</cp:coreProperties>
</file>