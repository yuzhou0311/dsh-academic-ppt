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native shapes, lines and editable text. MIT-licensed with the plugin. No prior user template was recovered or imitated as a claim of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ence-title"/>
          <p:cNvSpPr/>
          <p:nvPr/>
        </p:nvSpPr>
        <p:spPr>
          <a:xfrm>
            <a:off x="495300" y="476250"/>
            <a:ext cx="109537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学术原生组件 · 自制参考</a:t>
            </a:r>
            <a:endParaRPr lang="en-US" sz="2850" dirty="0"/>
          </a:p>
        </p:txBody>
      </p:sp>
      <p:sp>
        <p:nvSpPr>
          <p:cNvPr id="3" name="reference-origin"/>
          <p:cNvSpPr/>
          <p:nvPr/>
        </p:nvSpPr>
        <p:spPr>
          <a:xfrm>
            <a:off x="495300" y="1123950"/>
            <a:ext cx="11049000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本文件专为插件示例设计；用户此前两份模板原文件未在当前工程中提供。</a:t>
            </a:r>
            <a:endParaRPr lang="en-US" sz="1425" dirty="0"/>
          </a:p>
        </p:txBody>
      </p:sp>
      <p:sp>
        <p:nvSpPr>
          <p:cNvPr id="4" name="academic-evidence-sheet"/>
          <p:cNvSpPr/>
          <p:nvPr/>
        </p:nvSpPr>
        <p:spPr>
          <a:xfrm>
            <a:off x="495300" y="2190750"/>
            <a:ext cx="5486400" cy="2657475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5" name="evidence-side-spine"/>
          <p:cNvSpPr/>
          <p:nvPr/>
        </p:nvSpPr>
        <p:spPr>
          <a:xfrm>
            <a:off x="495300" y="2190750"/>
            <a:ext cx="66675" cy="2657475"/>
          </a:xfrm>
          <a:prstGeom prst="rect">
            <a:avLst/>
          </a:prstGeom>
          <a:solidFill>
            <a:srgbClr val="315B70"/>
          </a:solidFill>
          <a:ln w="9525">
            <a:solidFill>
              <a:srgbClr val="315B70"/>
            </a:solidFill>
            <a:prstDash val="solid"/>
          </a:ln>
        </p:spPr>
      </p:sp>
      <p:sp>
        <p:nvSpPr>
          <p:cNvPr id="6" name="evidence-heading-rule"/>
          <p:cNvSpPr/>
          <p:nvPr/>
        </p:nvSpPr>
        <p:spPr>
          <a:xfrm>
            <a:off x="723900" y="2724150"/>
            <a:ext cx="5029200" cy="0"/>
          </a:xfrm>
          <a:prstGeom prst="line">
            <a:avLst/>
          </a:prstGeom>
          <a:noFill/>
          <a:ln w="12700">
            <a:solidFill>
              <a:srgbClr val="CFD7DA"/>
            </a:solidFill>
            <a:prstDash val="solid"/>
          </a:ln>
        </p:spPr>
      </p:sp>
      <p:sp>
        <p:nvSpPr>
          <p:cNvPr id="7" name="evidence-bottom-rule"/>
          <p:cNvSpPr/>
          <p:nvPr/>
        </p:nvSpPr>
        <p:spPr>
          <a:xfrm>
            <a:off x="723900" y="4667250"/>
            <a:ext cx="533400" cy="0"/>
          </a:xfrm>
          <a:prstGeom prst="line">
            <a:avLst/>
          </a:prstGeom>
          <a:noFill/>
          <a:ln w="28575">
            <a:solidFill>
              <a:srgbClr val="B38D56"/>
            </a:solidFill>
            <a:prstDash val="solid"/>
          </a:ln>
        </p:spPr>
      </p:sp>
      <p:sp>
        <p:nvSpPr>
          <p:cNvPr id="8" name="evidence-top-right"/>
          <p:cNvSpPr/>
          <p:nvPr/>
        </p:nvSpPr>
        <p:spPr>
          <a:xfrm>
            <a:off x="5429250" y="2324100"/>
            <a:ext cx="400050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</a:ln>
        </p:spPr>
      </p:sp>
      <p:sp>
        <p:nvSpPr>
          <p:cNvPr id="9" name="evidence-title-zone"/>
          <p:cNvSpPr/>
          <p:nvPr/>
        </p:nvSpPr>
        <p:spPr>
          <a:xfrm>
            <a:off x="742950" y="2362200"/>
            <a:ext cx="4953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Evidence title</a:t>
            </a:r>
            <a:endParaRPr lang="en-US" sz="1800" dirty="0"/>
          </a:p>
        </p:txBody>
      </p:sp>
      <p:sp>
        <p:nvSpPr>
          <p:cNvPr id="10" name="evidence-body-zone"/>
          <p:cNvSpPr/>
          <p:nvPr/>
        </p:nvSpPr>
        <p:spPr>
          <a:xfrm>
            <a:off x="742950" y="2886075"/>
            <a:ext cx="4953000" cy="169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Evidence body placeholder</a:t>
            </a:r>
            <a:endParaRPr lang="en-US" sz="1650" dirty="0"/>
          </a:p>
        </p:txBody>
      </p:sp>
      <p:sp>
        <p:nvSpPr>
          <p:cNvPr id="11" name="academic-boundary-fold"/>
          <p:cNvSpPr/>
          <p:nvPr/>
        </p:nvSpPr>
        <p:spPr>
          <a:xfrm>
            <a:off x="6210300" y="2190750"/>
            <a:ext cx="5486400" cy="2657475"/>
          </a:xfrm>
          <a:prstGeom prst="rect">
            <a:avLst/>
          </a:prstGeom>
          <a:solidFill>
            <a:srgbClr val="FFFFFF"/>
          </a:solidFill>
          <a:ln w="12700">
            <a:solidFill>
              <a:srgbClr val="B38D56"/>
            </a:solidFill>
            <a:prstDash val="dash"/>
          </a:ln>
        </p:spPr>
      </p:sp>
      <p:sp>
        <p:nvSpPr>
          <p:cNvPr id="12" name="boundary-top-marker"/>
          <p:cNvSpPr/>
          <p:nvPr/>
        </p:nvSpPr>
        <p:spPr>
          <a:xfrm>
            <a:off x="6419850" y="2190750"/>
            <a:ext cx="876300" cy="57150"/>
          </a:xfrm>
          <a:prstGeom prst="rect">
            <a:avLst/>
          </a:prstGeom>
          <a:solidFill>
            <a:srgbClr val="B38D56"/>
          </a:solidFill>
          <a:ln w="9525">
            <a:solidFill>
              <a:srgbClr val="B38D56"/>
            </a:solidFill>
            <a:prstDash val="solid"/>
          </a:ln>
        </p:spPr>
      </p:sp>
      <p:sp>
        <p:nvSpPr>
          <p:cNvPr id="13" name="boundary-fold-diagonal"/>
          <p:cNvSpPr/>
          <p:nvPr/>
        </p:nvSpPr>
        <p:spPr>
          <a:xfrm>
            <a:off x="11391900" y="2190750"/>
            <a:ext cx="304800" cy="304800"/>
          </a:xfrm>
          <a:prstGeom prst="line">
            <a:avLst/>
          </a:prstGeom>
          <a:noFill/>
          <a:ln w="12700">
            <a:solidFill>
              <a:srgbClr val="B38D56"/>
            </a:solidFill>
            <a:prstDash val="solid"/>
          </a:ln>
        </p:spPr>
      </p:sp>
      <p:sp>
        <p:nvSpPr>
          <p:cNvPr id="14" name="boundary-fold-left"/>
          <p:cNvSpPr/>
          <p:nvPr/>
        </p:nvSpPr>
        <p:spPr>
          <a:xfrm>
            <a:off x="11391900" y="2190750"/>
            <a:ext cx="0" cy="304800"/>
          </a:xfrm>
          <a:prstGeom prst="line">
            <a:avLst/>
          </a:prstGeom>
          <a:noFill/>
          <a:ln w="12700">
            <a:solidFill>
              <a:srgbClr val="B38D56"/>
            </a:solidFill>
            <a:prstDash val="solid"/>
          </a:ln>
        </p:spPr>
      </p:sp>
      <p:sp>
        <p:nvSpPr>
          <p:cNvPr id="15" name="boundary-fold-bottom"/>
          <p:cNvSpPr/>
          <p:nvPr/>
        </p:nvSpPr>
        <p:spPr>
          <a:xfrm>
            <a:off x="11391900" y="2495550"/>
            <a:ext cx="304800" cy="0"/>
          </a:xfrm>
          <a:prstGeom prst="line">
            <a:avLst/>
          </a:prstGeom>
          <a:noFill/>
          <a:ln w="12700">
            <a:solidFill>
              <a:srgbClr val="B38D56"/>
            </a:solidFill>
            <a:prstDash val="solid"/>
          </a:ln>
        </p:spPr>
      </p:sp>
      <p:sp>
        <p:nvSpPr>
          <p:cNvPr id="16" name="boundary-heading-rule"/>
          <p:cNvSpPr/>
          <p:nvPr/>
        </p:nvSpPr>
        <p:spPr>
          <a:xfrm>
            <a:off x="6438900" y="2724150"/>
            <a:ext cx="4857750" cy="0"/>
          </a:xfrm>
          <a:prstGeom prst="line">
            <a:avLst/>
          </a:prstGeom>
          <a:noFill/>
          <a:ln w="12700">
            <a:solidFill>
              <a:srgbClr val="CFD7DA"/>
            </a:solidFill>
            <a:prstDash val="solid"/>
          </a:ln>
        </p:spPr>
      </p:sp>
      <p:sp>
        <p:nvSpPr>
          <p:cNvPr id="17" name="boundary-title-zone"/>
          <p:cNvSpPr/>
          <p:nvPr/>
        </p:nvSpPr>
        <p:spPr>
          <a:xfrm>
            <a:off x="6457950" y="2362200"/>
            <a:ext cx="470535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Boundary title</a:t>
            </a:r>
            <a:endParaRPr lang="en-US" sz="1800" dirty="0"/>
          </a:p>
        </p:txBody>
      </p:sp>
      <p:sp>
        <p:nvSpPr>
          <p:cNvPr id="18" name="boundary-body-zone"/>
          <p:cNvSpPr/>
          <p:nvPr/>
        </p:nvSpPr>
        <p:spPr>
          <a:xfrm>
            <a:off x="6457950" y="2886075"/>
            <a:ext cx="4953000" cy="169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Boundary body placeholder</a:t>
            </a:r>
            <a:endParaRPr lang="en-US" sz="1650" dirty="0"/>
          </a:p>
        </p:txBody>
      </p:sp>
      <p:sp>
        <p:nvSpPr>
          <p:cNvPr id="19" name="reference-notes"/>
          <p:cNvSpPr/>
          <p:nvPr/>
        </p:nvSpPr>
        <p:spPr>
          <a:xfrm>
            <a:off x="495300" y="5257800"/>
            <a:ext cx="112014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左：证据纸页（侧脊、细线、短金线）；右：边界便笺（虚线、角折、顶标）。旧文字仅用于定位文字区。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native card reference</dc:title>
  <dc:subject>Original demonstration components</dc:subject>
  <dc:creator>DSH Academic PPT</dc:creator>
  <cp:lastModifiedBy>DSH Academic PPT</cp:lastModifiedBy>
  <cp:revision>1</cp:revision>
  <dcterms:created xsi:type="dcterms:W3CDTF">2026-10-20T02:55:33Z</dcterms:created>
  <dcterms:modified xsi:type="dcterms:W3CDTF">2026-10-20T02:55:33Z</dcterms:modified>
</cp:coreProperties>
</file>